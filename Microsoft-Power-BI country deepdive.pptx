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>
        <p:scale>
          <a:sx n="82" d="100"/>
          <a:sy n="82" d="100"/>
        </p:scale>
        <p:origin x="6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272663"/>
                  </p:ext>
                </p:extLst>
              </p:nvPr>
            </p:nvGraphicFramePr>
            <p:xfrm>
              <a:off x="1" y="1"/>
              <a:ext cx="12027158" cy="695130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" y="1"/>
                <a:ext cx="12027158" cy="69513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e331ca0e-615d-478f-bf0d-08a5e8a535eb}">
  <we:reference id="WA200003233" version="2.0.0.3" store="en-US" storeType="OMEX"/>
  <we:alternateReferences/>
  <we:properties>
    <we:property name="Microsoft.Office.CampaignId" value="&quot;none&quot;"/>
    <we:property name="reportUrl" value="&quot;/groups/013bee84-71a9-4650-95ef-d7fd04b98aac/reports/d5fb0519-fa55-4f13-a2ea-528cda5fd8ee/3c3afb655924416de52b?bookmarkGuid=6eb4a72f-d1b1-469f-9287-4d75828c8637&amp;bookmarkUsage=1&amp;ctid=cf87d705-23dc-4ae8-a866-47fb4924fa7a&amp;fromEntryPoint=export&quot;"/>
    <we:property name="reportState" value="&quot;CONNECTED&quot;"/>
    <we:property name="artifactViewState" value="&quot;live&quot;"/>
    <we:property name="reportEmbeddedTime" value="&quot;2026-03-20T06:44:01.008Z&quot;"/>
    <we:property name="creatorSessionId" value="&quot;71fbdaf9-e96e-4258-9cf3-b2b926a98911&quot;"/>
    <we:property name="creatorUserId" value="&quot;10032004414ED159&quot;"/>
    <we:property name="creatorTenantId" value="&quot;cf87d705-23dc-4ae8-a866-47fb4924fa7a&quot;"/>
    <we:property name="pageDisplayName" value="&quot;Page 2&quot;"/>
    <we:property name="pageName" value="&quot;3c3afb655924416de52b&quot;"/>
    <we:property name="reportName" value="&quot;African Economic Intelligence&quot;"/>
    <we:property name="isVisualContainerHeaderHidden" value="false"/>
    <we:property name="isFiltersActionButtonVisible" value="true"/>
    <we:property name="initialStateBookmark" value="&quot;H4sIAAAAAAAAA+1aW2/bNhT+K4Ne+mIMokSJUt/SNAWG9Lam6B6GwuDl0FEjixpFJ3ED//cdUnYau05srJnnrM6DI1Hk4bl8/M6hqJtIVV1b8+lbPoboefTCmIsxtxe/kGgQNfO2d+9O3xx9OB2+PXpzgs2mdZVpuuj5TeS4HYH7VHUTXnsJ2Pjn50HE6/o9H/k7zesOBlELtjMNr6uv0HfGR85OYDaI4LqtjeVe5JnjDrzYS+yO9zg3+TXFGbl01SWcgXR9aypTrkWeZWVCKckVZInAbl3fIWi2tosXHaY/No3jVYPT+DZBNKiUCqKElpoXRQZBDV3VbtFlenLdWrTuZuEVYEwCU1KnADQTeUKSDHVw09Y/PUZLRsZWktdRsNFC15t0Ex2bejIOVydL7WdmYiV8AB0eNa5yU5SkpRuCNI0ZV3JYNQpFOoNKzdB3761Bz4Zu0kwaZ6fDoJ1/dm6uji2gGip6Hs8Gt3prxpIkTlLKi1IWOgfJxH169w7w6nxaRCQZRK+sGQdPzDGjsedGdQfRxzBDPEN8/HEOFoIIDISq3NwBv604pZt32cJd/U1QZsUxtzosXIPzf+L1JGAVxb+u0ES01hvpm3HIs5Fqhzh+KHlbOT6cdOqZH/h5hj+znYTzO62XA0ruBlSLAnGYa0khJmmeKMK+BfRIXfJG4phVtY9GIwsjvvD9yb9vk/cqujI0v5o088UcPwTWLKYlz4kkPBc0jWMpCP1m20fTvt0apd1E/DUBO/VgXbZp8QCvf19cPC7ez6BGanoMNC8v88GtShXU6Fic6p1VYF9Mw1wvK7ugzGTV6h8P//1K3htoryAGDfHrbxYuSnzAnwSXrJCst4aLGu6XcAu62Wx33PFgKrjLHKlmqqQlS7gmmYp1mad0LXPsOA8cm3HLbdWt3p2iHBw5iF6Ddo+A0ylwG9o+VKPzIHBNMsBcmbzeafxu1VqOm5+9q5pRPS+hvlUzvUcx7l6Z43Nuna/SxBdc/L54wXFmZ6zwaEnB46Ov+7D3lzuV3bxEmW6/oH9wAX0OXFXQArIS14jIZJHTVGFq2lgkap7kFDSUZYHVqFJZmslDsbVcbGlVDRtwqL+uzVW3r9XWpnpqd1QQb6PO7lfyZQjoxuJuI43VuC97YiR2j+n/IYXNgdNTl5AkowktExC4XxUpixnZSF2FJjnVAoCUhBRFQjOmD9S1TF2esgLOhhb9MWylOzDXgbkOzPVozAVMMlkkXOo8K2IlS1o8wFz7hyxf3U7NdDiy5sqde4LY6u3HPq3Y/yPqtwnLviwBmaUlV5pwVoocCMtwR7ExeQMwneu8oGmZJiQWjPLDS96V5O0sVyFnDxEOe5a3n1CiJP+AMi7aapksvAxFCl5CTCUDzQvJWELZRqDTmLKSpCJPYyLxP+RpegD6MtAnDYzb2kzH0Lh9LVR/RsBnLBdEl6VIgGSizARRm48d05LxhGpGSQ6CxUQpemD2p7Yt+xnRTiFHiMcpCEGJjjXVfHMdo+K80BRHCJrLVOZCan5A+/eH1XJirWf3/Xt3uqdQX3/s8GhgFxn+SZYQqQv/YYkuZLxx37pv34xsNL2rK4kr7q710RjsKGQxxR0P1rX9hBX0z02f5CAYvx7RL3GEMlfNs8Wx2+yerdjt0tjlQRCLZQGFIAxKAUhOhMtAZA+6ysG1E+Z6FSlB4DrvmYnrWi7hPW9gjRfRe7xRPkwPetJ/YhWFOVCZan5SvUX/3tTZ376UZ/AdJgAA&quot;"/>
    <we:property name="bookmark" value="&quot;H4sIAAAAAAAAA+1aTW/bRhD9KwUvuQgFl1xyydwSxwGKBmkaB+mhCIT9mJUZU1x2ubStGvrvmV1KiqXIltG4qtzIB5nczzczb98MRd1Equrams/e8ilEz6OXxlxMub34iUSjqBnaqKYxAOQSIAVOFWOJxF7Tuso0XfT8JnLcTsB9rLqe134hbPwzEhn+SZYQqYuUCqILGUefRhGv63d84sdoXncwilqwnWl4Xf0NwxLY5WwP81EE121tLPcbnTnuwG92icPxHoGRn1PEwaWrLuEMpBtaU5lyLfIsKxNKSa4gSwQO64YBAe/WIX7psP2JaRyvGtzGtyFwUB6/ElpqXhQZBBi6qt1yyOz0urVo883SZcCYBKakTgFoJvKEJBlicLPW956gJRNjK8nrKNhooRtMuolOTN1Pw9XpWvuZ6a2E96BDV+MqN8OVtHRjkKYx00qOq0bhks4gqDn67p016NkwTJq+cXY2Duh837m5OrGAMFT0PJ6PVrg1xjaJk5TyopSFzkEycRfuwQEezsdlRJJR9NqaafDEglAaR+6EO4o+hB3iOfLjj3OwEJbAQKjKLRzwy4ZTusWQB7hruAlgNhyzwrB0De7/kdd9YDAu/6ZCE9Fab6RvxinPJqod4/yx5G3l+Ljv1DM/8dMcP+Z7Cec3qNcDSm4HVIsCeZhrSSEmaZ4owr4G9IW65I3EOZuwX0wmFiZ86fvTf98m71V0ZWh+3TeLwxzfR9YspiXPiSQ8FzSNYykI/WrbB9O+fTBLu1781YOdebKu27TswOvflxePy/czqFGaHoPN68d8tIJUQY2Oxa1+swrsy1nY61Vll5KZbFr9/eG/G+SdgfYAMWjIX3+zdFHiA/4ktGRDZL01XNRw9wor0s3n+9OOe1PBbeVINVMlLVnCNclUrMs8pVuVY8954MRMW26rbvPuV1wHZ46iN6DdI/B0BtyGtvfV5DwsuCUZYK5M3uw1fitY63Hzu3dVM6kXJdTXambwKMbdgzk559b52k18xsPvixecZ/amCo+WFDw/hroPR3++VdktSpTZww/0dx6gT0GrClpAVuIZEZkscpoqTE07i0TNk5yChrIssBpVKkszeSy21ostrapxAw7x69pcdYdabe2qp/YnBfFD4Oz/JF+GgO4s7nbKWI3PZU9MxO4w/T+UsAVxBukSkmQ0oWUCAp9XRcpiRnZKV6FJTrUAICUhRZHQjOmjdK1Ll5eswLOxRX+MW+mOynVUrqNyPZpyAZNMFgmXOs+KWMmSFvco1+Exy1e3MzMbT6y5cudeIB707cchndj/I+sfEpZDOQIyS0uuNOGsFDkQluETxc7kDcB0rvOCpmWakFgwyo9f8m4kb2e5Cjl7jHQ4sLz9hBIl+QeScdFW62Lh11Ck4CXEVDLQvJCMJZTtJDqNKStJKvI0JhL/Q56mR6KvE71vYNrWZjaFxh1qofojEj5juSC6LEUCJBNlJoja/doxLRlPqGaU5CBYTJSiR2V/ao9lPyLbKeRI8TgFISjRsaaa765jVJwXmuIMQXOZylxIzY9s//Zlteyt9ep+eN+dHijVt792eDSyb/1hzK7n1kP7zchO07u6knjiblsfTcFOQhZT3PFgXTtsWMHQb4YkB8H47Yx+hTOUuWqeLV+7ze94FFsdjX2+CGKxLKAQhEEpAMWJcBmE7F5XObh2wlxvMiUsuM17pnddyyW84w1s8SJ6jzfKh+leT/qfWK18OJ9/AZ1RKnkKJgAA&quot;"/>
    <we:property name="datasetId" value="&quot;7873b68d-b2ee-4046-bc54-726c9c8ad6c1&quot;"/>
    <we:property name="embedUrl" value="&quot;/reportEmbed?reportId=d5fb0519-fa55-4f13-a2ea-528cda5fd8ee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Chido Zinyakatira</cp:lastModifiedBy>
  <cp:revision>3</cp:revision>
  <dcterms:created xsi:type="dcterms:W3CDTF">2018-06-07T21:39:02Z</dcterms:created>
  <dcterms:modified xsi:type="dcterms:W3CDTF">2026-03-20T06:55:52Z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